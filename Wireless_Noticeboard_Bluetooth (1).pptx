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372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32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951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3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910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435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13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71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3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0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216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453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458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322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23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375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9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  <p:sldLayoutId id="21474838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9056" y="2262434"/>
            <a:ext cx="4972639" cy="1885361"/>
          </a:xfrm>
        </p:spPr>
        <p:txBody>
          <a:bodyPr>
            <a:normAutofit fontScale="90000"/>
          </a:bodyPr>
          <a:lstStyle/>
          <a:p>
            <a:r>
              <a:rPr dirty="0"/>
              <a:t>Wireless Noticeboard Using</a:t>
            </a:r>
            <a:r>
              <a:rPr lang="en-US" dirty="0"/>
              <a:t>  </a:t>
            </a:r>
            <a:r>
              <a:rPr dirty="0"/>
              <a:t>Bluetooth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Definition: A wireless noticeboard is a digital display system updated remotely via Bluetooth.</a:t>
            </a:r>
          </a:p>
          <a:p>
            <a:endParaRPr/>
          </a:p>
          <a:p>
            <a:r>
              <a:t>Purpose: To simplify updating noticeboards without physical presence.</a:t>
            </a:r>
          </a:p>
          <a:p>
            <a:endParaRPr/>
          </a:p>
          <a:p>
            <a:r>
              <a:t>Applications: Schools, colleges, offices, hospitals, public transport stations,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Develop a user-friendly, cost-effective wireless </a:t>
            </a:r>
            <a:r>
              <a:rPr lang="en-IN" dirty="0"/>
              <a:t>n</a:t>
            </a:r>
            <a:r>
              <a:rPr dirty="0" err="1"/>
              <a:t>oticeboard</a:t>
            </a:r>
            <a:r>
              <a:rPr dirty="0"/>
              <a:t>.</a:t>
            </a:r>
          </a:p>
          <a:p>
            <a:r>
              <a:rPr dirty="0"/>
              <a:t> Leverage Bluetooth technology for seamless communication.</a:t>
            </a:r>
          </a:p>
          <a:p>
            <a:r>
              <a:rPr dirty="0"/>
              <a:t> Enhance the efficiency and timeliness of information dissemination.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dirty="0"/>
              <a:t>Microcontroller: Controls all operations.</a:t>
            </a:r>
          </a:p>
          <a:p>
            <a:r>
              <a:rPr dirty="0"/>
              <a:t> Bluetooth Module: Enables wireless communication.</a:t>
            </a:r>
          </a:p>
          <a:p>
            <a:r>
              <a:rPr dirty="0"/>
              <a:t> Display Screen: LED or LCD to show messages.</a:t>
            </a:r>
          </a:p>
          <a:p>
            <a:r>
              <a:rPr dirty="0"/>
              <a:t> Power Supply: Ensures smooth operation.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User composes a message on a Bluetooth-enabled device.</a:t>
            </a:r>
          </a:p>
          <a:p>
            <a:r>
              <a:rPr dirty="0"/>
              <a:t> The message is sent via Bluetooth to the noticeboard.</a:t>
            </a:r>
          </a:p>
          <a:p>
            <a:r>
              <a:rPr dirty="0"/>
              <a:t> The microcontroller receives and processes the message.</a:t>
            </a:r>
          </a:p>
          <a:p>
            <a:r>
              <a:rPr dirty="0"/>
              <a:t> The updated message is displayed on the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Convenience: Updates can be done remotely.</a:t>
            </a:r>
          </a:p>
          <a:p>
            <a:r>
              <a:rPr dirty="0"/>
              <a:t> Time-Saving: No manual updates required.</a:t>
            </a:r>
          </a:p>
          <a:p>
            <a:r>
              <a:rPr dirty="0"/>
              <a:t> Cost-Effective: Reduces paper and printing costs.</a:t>
            </a:r>
          </a:p>
          <a:p>
            <a:r>
              <a:rPr dirty="0"/>
              <a:t> Real-Time Updates: Instant information updates.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Limited Range: 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       </a:t>
            </a:r>
            <a:r>
              <a:rPr dirty="0"/>
              <a:t>Bluetooth has a short range.</a:t>
            </a:r>
          </a:p>
          <a:p>
            <a:r>
              <a:rPr dirty="0"/>
              <a:t> Interference: 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       </a:t>
            </a:r>
            <a:r>
              <a:rPr dirty="0"/>
              <a:t>Other Bluetooth devices may cause signal issues.</a:t>
            </a:r>
          </a:p>
          <a:p>
            <a:r>
              <a:rPr dirty="0"/>
              <a:t> Security: 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dirty="0"/>
              <a:t>Protection from unauthorized access is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Extended Range: Integration of Wi-Fi for wider reach.</a:t>
            </a:r>
          </a:p>
          <a:p>
            <a:r>
              <a:rPr dirty="0"/>
              <a:t> Multi-Device Support: Enabling multiple users to update the board.</a:t>
            </a:r>
          </a:p>
          <a:p>
            <a:r>
              <a:rPr dirty="0"/>
              <a:t> Enhanced Security: Implementing encryption and authentication.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 Bluetooth-based wireless noticeboard is an efficient solution.</a:t>
            </a:r>
          </a:p>
          <a:p>
            <a:r>
              <a:rPr lang="en-IN" dirty="0"/>
              <a:t> </a:t>
            </a:r>
            <a:r>
              <a:rPr dirty="0"/>
              <a:t>It improves information dissemination dynamically.</a:t>
            </a:r>
          </a:p>
          <a:p>
            <a:r>
              <a:rPr dirty="0"/>
              <a:t> Suitable for various applications like schools, offices, and public places.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</TotalTime>
  <Words>289</Words>
  <Application>Microsoft Office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Wireless Noticeboard Using  Bluetooth</vt:lpstr>
      <vt:lpstr>Introduction</vt:lpstr>
      <vt:lpstr>Objective</vt:lpstr>
      <vt:lpstr>System Components</vt:lpstr>
      <vt:lpstr>Working Principle</vt:lpstr>
      <vt:lpstr>Advantages</vt:lpstr>
      <vt:lpstr>Challenges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Noticeboard Using  Bluetooth</dc:title>
  <dc:subject/>
  <dc:creator/>
  <cp:keywords/>
  <dc:description>generated using python-pptx</dc:description>
  <cp:lastModifiedBy>Nandhish Nandhish</cp:lastModifiedBy>
  <cp:revision>3</cp:revision>
  <dcterms:created xsi:type="dcterms:W3CDTF">2013-01-27T09:14:16Z</dcterms:created>
  <dcterms:modified xsi:type="dcterms:W3CDTF">2025-03-04T09:54:56Z</dcterms:modified>
  <cp:category/>
</cp:coreProperties>
</file>